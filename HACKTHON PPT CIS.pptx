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60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82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11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11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88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28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58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170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55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37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8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59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Smart Backup &amp; Restore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Version Control Based Data Protection System</a:t>
            </a:r>
          </a:p>
          <a:p>
            <a:r>
              <a:t>Presented by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Many organizations rely on </a:t>
            </a:r>
            <a:r>
              <a:rPr lang="en-US" b="1" dirty="0"/>
              <a:t>basic or outdated backup mechanisms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These systems:</a:t>
            </a:r>
          </a:p>
          <a:p>
            <a:pPr lvl="1" algn="just"/>
            <a:r>
              <a:rPr lang="en-US" dirty="0"/>
              <a:t>Do not maintain </a:t>
            </a:r>
            <a:r>
              <a:rPr lang="en-US" b="1" dirty="0"/>
              <a:t>file version history</a:t>
            </a:r>
            <a:r>
              <a:rPr lang="en-US" dirty="0"/>
              <a:t> </a:t>
            </a:r>
          </a:p>
          <a:p>
            <a:pPr lvl="1" algn="just"/>
            <a:r>
              <a:rPr lang="en-US" dirty="0"/>
              <a:t>Make it difficult to track changes over time </a:t>
            </a:r>
          </a:p>
          <a:p>
            <a:pPr lvl="1" algn="just"/>
            <a:r>
              <a:rPr lang="en-US" dirty="0"/>
              <a:t>Lack efficient recovery options</a:t>
            </a:r>
          </a:p>
          <a:p>
            <a:pPr algn="just"/>
            <a:r>
              <a:rPr lang="en-US" dirty="0"/>
              <a:t>As a result: </a:t>
            </a:r>
          </a:p>
          <a:p>
            <a:pPr lvl="1" algn="just"/>
            <a:r>
              <a:rPr lang="en-US" dirty="0"/>
              <a:t>Data loss becomes irreversible </a:t>
            </a:r>
          </a:p>
          <a:p>
            <a:pPr lvl="1" algn="just"/>
            <a:r>
              <a:rPr lang="en-US" dirty="0"/>
              <a:t>Recovery processes are time-consuming and inefficient </a:t>
            </a:r>
          </a:p>
          <a:p>
            <a:pPr algn="just"/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Design a </a:t>
            </a:r>
            <a:r>
              <a:rPr lang="en-US" b="1" dirty="0"/>
              <a:t>secure and scalable backup system</a:t>
            </a:r>
          </a:p>
          <a:p>
            <a:pPr algn="just"/>
            <a:r>
              <a:rPr lang="en-IN" dirty="0"/>
              <a:t>Implement </a:t>
            </a:r>
            <a:r>
              <a:rPr lang="en-IN" b="1" dirty="0"/>
              <a:t>version control for files</a:t>
            </a:r>
          </a:p>
          <a:p>
            <a:pPr algn="just"/>
            <a:r>
              <a:rPr lang="en-US" dirty="0"/>
              <a:t>Allow users to </a:t>
            </a:r>
            <a:r>
              <a:rPr lang="en-US" b="1" dirty="0"/>
              <a:t>restore any previous version easily</a:t>
            </a:r>
          </a:p>
          <a:p>
            <a:pPr algn="just"/>
            <a:r>
              <a:rPr lang="en-US" dirty="0"/>
              <a:t>Provide a </a:t>
            </a:r>
            <a:r>
              <a:rPr lang="en-US" b="1" dirty="0"/>
              <a:t>timeline view of all backup activities</a:t>
            </a:r>
          </a:p>
          <a:p>
            <a:pPr algn="just"/>
            <a:r>
              <a:rPr lang="en-US" dirty="0"/>
              <a:t>Detect and avoid </a:t>
            </a:r>
            <a:r>
              <a:rPr lang="en-US" b="1" dirty="0"/>
              <a:t>duplicate file storage</a:t>
            </a:r>
          </a:p>
          <a:p>
            <a:pPr algn="just"/>
            <a:r>
              <a:rPr lang="en-US" dirty="0"/>
              <a:t>Suggest </a:t>
            </a:r>
            <a:r>
              <a:rPr lang="en-US" b="1" dirty="0"/>
              <a:t>optimal backup frequency using intelligent analysis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29A97C-F5FA-9597-5217-CC167B2FA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9936" y="612648"/>
            <a:ext cx="5166360" cy="61356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4011690"/>
          </a:xfrm>
        </p:spPr>
        <p:txBody>
          <a:bodyPr/>
          <a:lstStyle/>
          <a:p>
            <a:r>
              <a:rPr lang="en-US" b="1" dirty="0"/>
              <a:t>Secure File Upload &amp; Storage</a:t>
            </a:r>
            <a:r>
              <a:rPr lang="en-US" dirty="0"/>
              <a:t> </a:t>
            </a:r>
          </a:p>
          <a:p>
            <a:r>
              <a:rPr lang="en-US" b="1" dirty="0"/>
              <a:t>Version Control System</a:t>
            </a:r>
            <a:r>
              <a:rPr lang="en-US" dirty="0"/>
              <a:t> </a:t>
            </a:r>
          </a:p>
          <a:p>
            <a:r>
              <a:rPr lang="en-US" b="1" dirty="0"/>
              <a:t>Restore to Previous Versions</a:t>
            </a:r>
            <a:r>
              <a:rPr lang="en-US" dirty="0"/>
              <a:t> </a:t>
            </a:r>
          </a:p>
          <a:p>
            <a:r>
              <a:rPr lang="en-US" b="1" dirty="0"/>
              <a:t>Backup Timeline Visualization</a:t>
            </a:r>
            <a:r>
              <a:rPr lang="en-US" dirty="0"/>
              <a:t> </a:t>
            </a:r>
          </a:p>
          <a:p>
            <a:r>
              <a:rPr lang="en-US" b="1" dirty="0"/>
              <a:t>Duplicate File Detection</a:t>
            </a:r>
            <a:r>
              <a:rPr lang="en-US" dirty="0"/>
              <a:t> </a:t>
            </a:r>
          </a:p>
          <a:p>
            <a:r>
              <a:rPr lang="en-US" b="1" dirty="0"/>
              <a:t>Smart Backup Suggestions using AI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Smart Backup Suggestion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565442"/>
            <a:ext cx="4091410" cy="5248622"/>
          </a:xfrm>
        </p:spPr>
        <p:txBody>
          <a:bodyPr/>
          <a:lstStyle/>
          <a:p>
            <a:r>
              <a:rPr lang="en-IN" dirty="0"/>
              <a:t>System analyses :</a:t>
            </a:r>
          </a:p>
          <a:p>
            <a:pPr lvl="1"/>
            <a:r>
              <a:rPr lang="en-IN" dirty="0"/>
              <a:t>File usage frequency </a:t>
            </a:r>
          </a:p>
          <a:p>
            <a:pPr lvl="1"/>
            <a:r>
              <a:rPr lang="en-IN" dirty="0"/>
              <a:t>Modification patterns</a:t>
            </a:r>
          </a:p>
          <a:p>
            <a:r>
              <a:rPr lang="en-US" dirty="0"/>
              <a:t>Based on analysis :</a:t>
            </a:r>
          </a:p>
          <a:p>
            <a:pPr lvl="1"/>
            <a:r>
              <a:rPr lang="en-US" dirty="0"/>
              <a:t>Suggests </a:t>
            </a:r>
            <a:r>
              <a:rPr lang="en-US" b="1" dirty="0"/>
              <a:t>Daily Backup</a:t>
            </a:r>
            <a:endParaRPr lang="en-US" dirty="0"/>
          </a:p>
          <a:p>
            <a:pPr lvl="1"/>
            <a:r>
              <a:rPr lang="en-US" dirty="0"/>
              <a:t>Suggests </a:t>
            </a:r>
            <a:r>
              <a:rPr lang="en-US" b="1" dirty="0"/>
              <a:t>Weekly Backup</a:t>
            </a:r>
            <a:endParaRPr lang="en-US" dirty="0"/>
          </a:p>
          <a:p>
            <a:pPr lvl="1"/>
            <a:r>
              <a:rPr lang="en-US" dirty="0"/>
              <a:t>Suggests </a:t>
            </a:r>
            <a:r>
              <a:rPr lang="en-US" b="1" dirty="0"/>
              <a:t>Monthly Backup</a:t>
            </a:r>
            <a:endParaRPr lang="en-US" dirty="0"/>
          </a:p>
          <a:p>
            <a:r>
              <a:rPr lang="en-IN" dirty="0"/>
              <a:t>Enhances efficiency and automation</a:t>
            </a:r>
            <a:endParaRPr lang="en-US" dirty="0"/>
          </a:p>
          <a:p>
            <a:pPr marL="342900" lvl="1" indent="0"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547154"/>
            <a:ext cx="4091410" cy="524862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US" dirty="0"/>
              <a:t>The system provides a </a:t>
            </a:r>
            <a:r>
              <a:rPr lang="en-US" b="1" dirty="0"/>
              <a:t>comprehensive backup solution</a:t>
            </a:r>
          </a:p>
          <a:p>
            <a:r>
              <a:rPr lang="en-US" dirty="0"/>
              <a:t>Version control ensures </a:t>
            </a:r>
            <a:r>
              <a:rPr lang="en-US" b="1" dirty="0"/>
              <a:t>data reliability and safety</a:t>
            </a:r>
          </a:p>
          <a:p>
            <a:r>
              <a:rPr lang="en-IN" dirty="0"/>
              <a:t>Intelligent suggestions improve </a:t>
            </a:r>
            <a:r>
              <a:rPr lang="en-IN" b="1" dirty="0"/>
              <a:t>system efficiency</a:t>
            </a:r>
          </a:p>
          <a:p>
            <a:r>
              <a:rPr lang="en-US" dirty="0"/>
              <a:t>Suitable for both small and large-scale applications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16</TotalTime>
  <Words>185</Words>
  <Application>Microsoft Office PowerPoint</Application>
  <PresentationFormat>On-screen Show (4:3)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 Light</vt:lpstr>
      <vt:lpstr>Rockwell</vt:lpstr>
      <vt:lpstr>Wingdings</vt:lpstr>
      <vt:lpstr>Atlas</vt:lpstr>
      <vt:lpstr>Smart Backup &amp; Restore System</vt:lpstr>
      <vt:lpstr>Problem Statement</vt:lpstr>
      <vt:lpstr>Objective</vt:lpstr>
      <vt:lpstr>System Architecture</vt:lpstr>
      <vt:lpstr>Key Features</vt:lpstr>
      <vt:lpstr>Smart Backup Suggestion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Nicky</dc:creator>
  <cp:keywords/>
  <dc:description>generated using python-pptx</dc:description>
  <cp:lastModifiedBy>Nikhileswar Reddy</cp:lastModifiedBy>
  <cp:revision>2</cp:revision>
  <dcterms:created xsi:type="dcterms:W3CDTF">2013-01-27T09:14:16Z</dcterms:created>
  <dcterms:modified xsi:type="dcterms:W3CDTF">2026-04-09T05:49:35Z</dcterms:modified>
  <cp:category/>
</cp:coreProperties>
</file>